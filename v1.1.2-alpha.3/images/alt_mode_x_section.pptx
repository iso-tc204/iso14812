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>
      <p:cViewPr varScale="1">
        <p:scale>
          <a:sx n="106" d="100"/>
          <a:sy n="106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CA0D-AAFD-B4DC-B9E4-82A8C295F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16063-3537-B02A-BFD0-3625E0331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1839F-C823-A668-26F4-2F8B381B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F7EA0-77DF-6B46-4E77-2C97EB61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DFF25-7E65-E3EF-8582-EA77BCBA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8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55D4-BE9F-163C-6979-9DED5B85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9D22-46F9-F10A-DFA3-D14E783C6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7C2A2-A63B-9011-8DD4-05849B313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DB1D1-9038-C314-D5A3-FECFDF45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DBB97-73B4-6E61-5EEF-C862EC74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07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0F15-B6E6-6674-5CC8-C4DB291DD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76FAC-36E5-4D8C-C84F-B03B6B06B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15806-2A72-FD6F-3105-789FF83C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53466-2A54-4362-DA60-4B3C2406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B7CF-3703-4287-EE36-52774A6E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2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0473-A133-38FD-68EF-1FE5C1D0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F933-16CF-D3CE-9237-9733D024E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CD3E0-C4A6-6C58-A092-2C2F54173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267EF-DA7B-4C63-D1B2-517F157F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F6597-CB81-2A1D-2CC4-D48A3C98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75817-FFBA-4A3B-C30C-77CCFF64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4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81F4-1367-8AAE-87BA-CCCF127CC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57862-FD5B-2FED-F886-CAFF6F814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A0559-FF79-73C9-72C0-A552F2037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4AC14-B72E-94A4-EE5E-3A81130AAB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06AAB-EDFD-DCE1-5D82-9F39489B2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A2B3BA-5E77-B8F4-9446-C139C258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26C48-0AF0-DA8B-483C-1C1B50C75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6DDA1-C08D-92E7-FF6B-550A8217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5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0795-CC31-CC4A-95A4-C62FBCB40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0B5AD3-98F6-9449-FBF9-1DDEF56C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513B7-D9CC-F580-4C4D-AD288684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6B8CE-1659-6389-CAA5-D91802E6B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1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2D6FD-2F78-EB69-3711-9FEBBBF3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A3C1F-0A95-0AE4-993F-DE4EFD3A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18FF5-B158-2273-978E-44172888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9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0C2B-CE88-8DC5-9921-C058BE91B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2697-7664-3734-C059-EA9BC38AD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9E3D5-91A3-ED27-F195-EFA3724AD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4175E-D453-2BE9-6D8B-CE6AC92D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92E22-6546-0B10-C940-48934BAC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C695-450F-F88B-4CC9-8E8C826EF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3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55F8-6BF3-67BA-CE5C-3052A51A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92465-4842-5D41-E613-F5C123EDB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17A62-F361-F766-CC2E-4ADF01E1D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CC036-CDD4-B748-8EEB-8E64A58D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02CC7-3B40-CF56-A8F0-D21F6E49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21C52-80FD-28E6-4ED7-C908A08F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8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1C54-1562-9A02-0018-FEB27509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89EDA-3A9B-E874-0D53-2E213314A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F60B8-6FBF-83C4-6FF9-9E2682BD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9E40D-B7F7-5D2F-2CCF-0CA08104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6AB49-36B8-CF37-4C26-44547FB5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2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2DEE8F-79F1-8E91-DA42-4365CA28B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204A7-541C-2224-0984-364D98859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FF768-765A-90CC-8822-94505DE1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7FE55-83D8-8D42-DC20-FD26D6FC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27964-7503-8F90-9D3E-7A6EBFD2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2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81B65-877E-B81D-FDDE-1E1DB31D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BF369-A88B-90AB-5E5B-A53F9C488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22211-8F17-95DB-E488-BA981AD00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503630-B151-FA45-B91A-FBA4B5DE11EC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1FA00-E1F5-0F7B-642B-8C74FF3D6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E2C6C-FBF3-7D36-0C79-8530ABF8D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984A7-8348-4F40-9C67-3D1B03227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3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9DC132-DE4D-7E42-BBE7-7915FC6F3080}"/>
              </a:ext>
            </a:extLst>
          </p:cNvPr>
          <p:cNvCxnSpPr>
            <a:cxnSpLocks/>
          </p:cNvCxnSpPr>
          <p:nvPr/>
        </p:nvCxnSpPr>
        <p:spPr>
          <a:xfrm>
            <a:off x="6114668" y="3892638"/>
            <a:ext cx="0" cy="81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B81DD1-E7EF-E142-84A2-AA7F5A730031}"/>
              </a:ext>
            </a:extLst>
          </p:cNvPr>
          <p:cNvCxnSpPr>
            <a:cxnSpLocks/>
          </p:cNvCxnSpPr>
          <p:nvPr/>
        </p:nvCxnSpPr>
        <p:spPr>
          <a:xfrm>
            <a:off x="3368055" y="3856540"/>
            <a:ext cx="0" cy="854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E602832-425A-3346-996D-DCFE92AE3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2453653" y="3419820"/>
            <a:ext cx="457197" cy="457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8F3BBE-6C7B-074C-8A8C-EE2F1993D605}"/>
              </a:ext>
            </a:extLst>
          </p:cNvPr>
          <p:cNvSpPr/>
          <p:nvPr/>
        </p:nvSpPr>
        <p:spPr>
          <a:xfrm>
            <a:off x="636120" y="3683358"/>
            <a:ext cx="457200" cy="45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29AE9E-795C-CE45-BBB3-BF918418E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247" y="2821293"/>
            <a:ext cx="1089216" cy="8927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4B3378F-797A-F040-9958-A681DEF9B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90" y="2777217"/>
            <a:ext cx="583328" cy="90614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1BE2899-E828-3245-9007-98CB48B51AC4}"/>
              </a:ext>
            </a:extLst>
          </p:cNvPr>
          <p:cNvSpPr/>
          <p:nvPr/>
        </p:nvSpPr>
        <p:spPr>
          <a:xfrm>
            <a:off x="3364476" y="3683358"/>
            <a:ext cx="3159261" cy="4571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EF58BA3-038F-F74F-B872-A9DD8FA8EE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6535789" y="3404366"/>
            <a:ext cx="457197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BBE582D-06CB-8C4C-B4C3-8A97E813D7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b="3945"/>
          <a:stretch/>
        </p:blipFill>
        <p:spPr>
          <a:xfrm>
            <a:off x="4830112" y="2847600"/>
            <a:ext cx="1073068" cy="8265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D62E68-8810-A04E-BA5E-A74CFB87309C}"/>
              </a:ext>
            </a:extLst>
          </p:cNvPr>
          <p:cNvCxnSpPr>
            <a:cxnSpLocks/>
          </p:cNvCxnSpPr>
          <p:nvPr/>
        </p:nvCxnSpPr>
        <p:spPr>
          <a:xfrm>
            <a:off x="652330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7AE1230-9F9B-2546-BB25-D73992E44449}"/>
              </a:ext>
            </a:extLst>
          </p:cNvPr>
          <p:cNvCxnSpPr>
            <a:cxnSpLocks/>
          </p:cNvCxnSpPr>
          <p:nvPr/>
        </p:nvCxnSpPr>
        <p:spPr>
          <a:xfrm>
            <a:off x="2453655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1A218E-7CCF-CF4E-9CEF-F60F7E4CED29}"/>
              </a:ext>
            </a:extLst>
          </p:cNvPr>
          <p:cNvCxnSpPr>
            <a:cxnSpLocks/>
          </p:cNvCxnSpPr>
          <p:nvPr/>
        </p:nvCxnSpPr>
        <p:spPr>
          <a:xfrm>
            <a:off x="2910855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C1D080B-036D-C646-A453-1B6799C2D830}"/>
              </a:ext>
            </a:extLst>
          </p:cNvPr>
          <p:cNvCxnSpPr>
            <a:cxnSpLocks/>
          </p:cNvCxnSpPr>
          <p:nvPr/>
        </p:nvCxnSpPr>
        <p:spPr>
          <a:xfrm>
            <a:off x="4739655" y="3856540"/>
            <a:ext cx="0" cy="854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CBE708-0A3A-3745-AF6F-6D887F96932E}"/>
              </a:ext>
            </a:extLst>
          </p:cNvPr>
          <p:cNvCxnSpPr>
            <a:cxnSpLocks/>
          </p:cNvCxnSpPr>
          <p:nvPr/>
        </p:nvCxnSpPr>
        <p:spPr>
          <a:xfrm>
            <a:off x="6535797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E42EF2E-6953-884B-9171-2EC31A46D964}"/>
              </a:ext>
            </a:extLst>
          </p:cNvPr>
          <p:cNvCxnSpPr>
            <a:cxnSpLocks/>
          </p:cNvCxnSpPr>
          <p:nvPr/>
        </p:nvCxnSpPr>
        <p:spPr>
          <a:xfrm>
            <a:off x="6992997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D5CD204-21C8-1445-9F44-E4E4CADCC8E4}"/>
              </a:ext>
            </a:extLst>
          </p:cNvPr>
          <p:cNvCxnSpPr/>
          <p:nvPr/>
        </p:nvCxnSpPr>
        <p:spPr>
          <a:xfrm>
            <a:off x="12329175" y="3856540"/>
            <a:ext cx="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ADBA345-4538-0444-A5E7-4EE3F27B942C}"/>
              </a:ext>
            </a:extLst>
          </p:cNvPr>
          <p:cNvCxnSpPr>
            <a:cxnSpLocks/>
          </p:cNvCxnSpPr>
          <p:nvPr/>
        </p:nvCxnSpPr>
        <p:spPr>
          <a:xfrm>
            <a:off x="176412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654464C-D026-7640-8B72-7EE613576039}"/>
              </a:ext>
            </a:extLst>
          </p:cNvPr>
          <p:cNvSpPr txBox="1"/>
          <p:nvPr/>
        </p:nvSpPr>
        <p:spPr>
          <a:xfrm>
            <a:off x="3659513" y="4064794"/>
            <a:ext cx="78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traffic </a:t>
            </a:r>
          </a:p>
          <a:p>
            <a:pPr algn="ctr"/>
            <a:r>
              <a:rPr lang="en-GB" dirty="0"/>
              <a:t>lane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76428C-F8D4-3543-BE87-D8EDDCE207E0}"/>
              </a:ext>
            </a:extLst>
          </p:cNvPr>
          <p:cNvSpPr txBox="1"/>
          <p:nvPr/>
        </p:nvSpPr>
        <p:spPr>
          <a:xfrm>
            <a:off x="5031112" y="4064793"/>
            <a:ext cx="78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traffic </a:t>
            </a:r>
          </a:p>
          <a:p>
            <a:pPr algn="ctr"/>
            <a:r>
              <a:rPr lang="en-GB" dirty="0"/>
              <a:t>lane</a:t>
            </a: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3AB0F407-6621-F840-8A9A-113C1205501C}"/>
              </a:ext>
            </a:extLst>
          </p:cNvPr>
          <p:cNvSpPr/>
          <p:nvPr/>
        </p:nvSpPr>
        <p:spPr>
          <a:xfrm rot="5400000">
            <a:off x="4546493" y="3550972"/>
            <a:ext cx="386317" cy="27431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29DC05-BB67-AD43-9DC1-1C7C92D2B004}"/>
              </a:ext>
            </a:extLst>
          </p:cNvPr>
          <p:cNvSpPr txBox="1"/>
          <p:nvPr/>
        </p:nvSpPr>
        <p:spPr>
          <a:xfrm>
            <a:off x="4036480" y="5046492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usable width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F5A045-E586-C44F-9667-E3725BFA64FE}"/>
              </a:ext>
            </a:extLst>
          </p:cNvPr>
          <p:cNvSpPr txBox="1"/>
          <p:nvPr/>
        </p:nvSpPr>
        <p:spPr>
          <a:xfrm rot="16200000">
            <a:off x="2425940" y="4353507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soft shoulder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322E26-2BFA-B54B-89DB-86DE2CF45BB0}"/>
              </a:ext>
            </a:extLst>
          </p:cNvPr>
          <p:cNvSpPr txBox="1"/>
          <p:nvPr/>
        </p:nvSpPr>
        <p:spPr>
          <a:xfrm rot="16200000">
            <a:off x="5789124" y="4389606"/>
            <a:ext cx="1103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cycle lane</a:t>
            </a:r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3CC7C696-2343-0C4C-BBF5-FE1A47929A0D}"/>
              </a:ext>
            </a:extLst>
          </p:cNvPr>
          <p:cNvSpPr/>
          <p:nvPr/>
        </p:nvSpPr>
        <p:spPr>
          <a:xfrm rot="16200000">
            <a:off x="3391541" y="-2897361"/>
            <a:ext cx="386317" cy="68165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921F50-668A-9040-89D4-FC3B78F7AD1F}"/>
              </a:ext>
            </a:extLst>
          </p:cNvPr>
          <p:cNvSpPr txBox="1"/>
          <p:nvPr/>
        </p:nvSpPr>
        <p:spPr>
          <a:xfrm>
            <a:off x="2739598" y="15146"/>
            <a:ext cx="17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 reservation</a:t>
            </a:r>
          </a:p>
        </p:txBody>
      </p:sp>
      <p:sp>
        <p:nvSpPr>
          <p:cNvPr id="81" name="Right Brace 80">
            <a:extLst>
              <a:ext uri="{FF2B5EF4-FFF2-40B4-BE49-F238E27FC236}">
                <a16:creationId xmlns:a16="http://schemas.microsoft.com/office/drawing/2014/main" id="{4E652780-A025-6B42-AB0E-4807F83C0A68}"/>
              </a:ext>
            </a:extLst>
          </p:cNvPr>
          <p:cNvSpPr/>
          <p:nvPr/>
        </p:nvSpPr>
        <p:spPr>
          <a:xfrm rot="16200000">
            <a:off x="4750949" y="464077"/>
            <a:ext cx="386317" cy="31592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F542743-37F4-AC4B-87DD-10A4C1FC63C1}"/>
              </a:ext>
            </a:extLst>
          </p:cNvPr>
          <p:cNvSpPr txBox="1"/>
          <p:nvPr/>
        </p:nvSpPr>
        <p:spPr>
          <a:xfrm>
            <a:off x="3999133" y="1518238"/>
            <a:ext cx="1904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single carriageway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8CA77DD-577B-2E43-9F50-802D5032ACA6}"/>
              </a:ext>
            </a:extLst>
          </p:cNvPr>
          <p:cNvSpPr txBox="1"/>
          <p:nvPr/>
        </p:nvSpPr>
        <p:spPr>
          <a:xfrm rot="16200000">
            <a:off x="6249449" y="4317183"/>
            <a:ext cx="9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roadside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B079028-F39A-E54B-87EC-D4A0E83DAF21}"/>
              </a:ext>
            </a:extLst>
          </p:cNvPr>
          <p:cNvSpPr txBox="1"/>
          <p:nvPr/>
        </p:nvSpPr>
        <p:spPr>
          <a:xfrm>
            <a:off x="1272805" y="1525084"/>
            <a:ext cx="9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roadside</a:t>
            </a:r>
          </a:p>
        </p:txBody>
      </p:sp>
      <p:sp>
        <p:nvSpPr>
          <p:cNvPr id="103" name="Right Brace 102">
            <a:extLst>
              <a:ext uri="{FF2B5EF4-FFF2-40B4-BE49-F238E27FC236}">
                <a16:creationId xmlns:a16="http://schemas.microsoft.com/office/drawing/2014/main" id="{38B01808-83B0-E34C-A421-54FD16E35D5C}"/>
              </a:ext>
            </a:extLst>
          </p:cNvPr>
          <p:cNvSpPr/>
          <p:nvPr/>
        </p:nvSpPr>
        <p:spPr>
          <a:xfrm rot="16200000" flipV="1">
            <a:off x="1577284" y="449675"/>
            <a:ext cx="386317" cy="31880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4A96F63-FF74-9D40-B107-33A883D1034B}"/>
              </a:ext>
            </a:extLst>
          </p:cNvPr>
          <p:cNvSpPr txBox="1"/>
          <p:nvPr/>
        </p:nvSpPr>
        <p:spPr>
          <a:xfrm rot="16200000">
            <a:off x="-90912" y="4572589"/>
            <a:ext cx="194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footway / sidewalk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1D959D-47DC-E747-BF4D-DE9A9F42D5C8}"/>
              </a:ext>
            </a:extLst>
          </p:cNvPr>
          <p:cNvSpPr txBox="1"/>
          <p:nvPr/>
        </p:nvSpPr>
        <p:spPr>
          <a:xfrm>
            <a:off x="2549527" y="5379047"/>
            <a:ext cx="701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verge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DE79363-5C12-E44B-A842-0B24A0AC7519}"/>
              </a:ext>
            </a:extLst>
          </p:cNvPr>
          <p:cNvSpPr/>
          <p:nvPr/>
        </p:nvSpPr>
        <p:spPr>
          <a:xfrm>
            <a:off x="2898821" y="3674107"/>
            <a:ext cx="457200" cy="54971"/>
          </a:xfrm>
          <a:prstGeom prst="rect">
            <a:avLst/>
          </a:prstGeom>
          <a:pattFill prst="lgConfetti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F35639DF-6A0D-8040-9E1A-173F4587FF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76412" y="3421994"/>
            <a:ext cx="457197" cy="45720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80F80C20-6985-B245-921B-C3D1F8C1518C}"/>
              </a:ext>
            </a:extLst>
          </p:cNvPr>
          <p:cNvSpPr/>
          <p:nvPr/>
        </p:nvSpPr>
        <p:spPr>
          <a:xfrm>
            <a:off x="1547443" y="3683358"/>
            <a:ext cx="914400" cy="45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54ECBE28-3A81-C342-A579-AA3077EADF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090235" y="3420241"/>
            <a:ext cx="457197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94C3A1-69D4-924B-9CFF-E5985B08D6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363" y="2634074"/>
            <a:ext cx="379915" cy="1063762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6F3E2E1-6450-DD4F-9831-F466424A114F}"/>
              </a:ext>
            </a:extLst>
          </p:cNvPr>
          <p:cNvCxnSpPr>
            <a:cxnSpLocks/>
          </p:cNvCxnSpPr>
          <p:nvPr/>
        </p:nvCxnSpPr>
        <p:spPr>
          <a:xfrm>
            <a:off x="1090235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DBC07E5-8DCE-CD4C-807C-D63FACC9C173}"/>
              </a:ext>
            </a:extLst>
          </p:cNvPr>
          <p:cNvCxnSpPr>
            <a:cxnSpLocks/>
          </p:cNvCxnSpPr>
          <p:nvPr/>
        </p:nvCxnSpPr>
        <p:spPr>
          <a:xfrm>
            <a:off x="1547432" y="3856540"/>
            <a:ext cx="0" cy="1142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8BE71AD-1B1B-3F49-A44B-BC6068DAF164}"/>
              </a:ext>
            </a:extLst>
          </p:cNvPr>
          <p:cNvSpPr txBox="1"/>
          <p:nvPr/>
        </p:nvSpPr>
        <p:spPr>
          <a:xfrm rot="16200000">
            <a:off x="1691528" y="4393059"/>
            <a:ext cx="1103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cycle lane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C9BF144-6BCA-9F41-8896-ECBCE00D84B2}"/>
              </a:ext>
            </a:extLst>
          </p:cNvPr>
          <p:cNvSpPr txBox="1"/>
          <p:nvPr/>
        </p:nvSpPr>
        <p:spPr>
          <a:xfrm rot="16200000">
            <a:off x="1206943" y="4412143"/>
            <a:ext cx="1103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cycle lane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64FD2C-E654-744B-B960-8E01C2DD7254}"/>
              </a:ext>
            </a:extLst>
          </p:cNvPr>
          <p:cNvCxnSpPr>
            <a:cxnSpLocks/>
          </p:cNvCxnSpPr>
          <p:nvPr/>
        </p:nvCxnSpPr>
        <p:spPr>
          <a:xfrm>
            <a:off x="2014283" y="3856553"/>
            <a:ext cx="0" cy="1142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Picture 95">
            <a:extLst>
              <a:ext uri="{FF2B5EF4-FFF2-40B4-BE49-F238E27FC236}">
                <a16:creationId xmlns:a16="http://schemas.microsoft.com/office/drawing/2014/main" id="{8C54F2CC-7B63-FD44-8AC7-CD98C4C7A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196" y="2614971"/>
            <a:ext cx="379915" cy="1063762"/>
          </a:xfrm>
          <a:prstGeom prst="rect">
            <a:avLst/>
          </a:prstGeom>
          <a:noFill/>
        </p:spPr>
      </p:pic>
      <p:sp>
        <p:nvSpPr>
          <p:cNvPr id="98" name="Right Brace 97">
            <a:extLst>
              <a:ext uri="{FF2B5EF4-FFF2-40B4-BE49-F238E27FC236}">
                <a16:creationId xmlns:a16="http://schemas.microsoft.com/office/drawing/2014/main" id="{BFBE47A4-6F1C-354E-9972-E314DFF352EF}"/>
              </a:ext>
            </a:extLst>
          </p:cNvPr>
          <p:cNvSpPr/>
          <p:nvPr/>
        </p:nvSpPr>
        <p:spPr>
          <a:xfrm rot="5400000">
            <a:off x="1797639" y="4799007"/>
            <a:ext cx="386317" cy="9068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0FD042-9395-0240-BEBE-AC0C4915C319}"/>
              </a:ext>
            </a:extLst>
          </p:cNvPr>
          <p:cNvSpPr txBox="1"/>
          <p:nvPr/>
        </p:nvSpPr>
        <p:spPr>
          <a:xfrm>
            <a:off x="1474945" y="5387999"/>
            <a:ext cx="1021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cycleway</a:t>
            </a:r>
          </a:p>
        </p:txBody>
      </p:sp>
      <p:sp>
        <p:nvSpPr>
          <p:cNvPr id="97" name="Right Brace 96">
            <a:extLst>
              <a:ext uri="{FF2B5EF4-FFF2-40B4-BE49-F238E27FC236}">
                <a16:creationId xmlns:a16="http://schemas.microsoft.com/office/drawing/2014/main" id="{7C666409-5385-8A43-A0BF-7336A75F13C5}"/>
              </a:ext>
            </a:extLst>
          </p:cNvPr>
          <p:cNvSpPr/>
          <p:nvPr/>
        </p:nvSpPr>
        <p:spPr>
          <a:xfrm rot="5400000">
            <a:off x="2715441" y="4785123"/>
            <a:ext cx="386317" cy="9068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6AD2E39-AE99-FE40-B15B-D7B37821BF73}"/>
              </a:ext>
            </a:extLst>
          </p:cNvPr>
          <p:cNvSpPr txBox="1"/>
          <p:nvPr/>
        </p:nvSpPr>
        <p:spPr>
          <a:xfrm>
            <a:off x="6266749" y="1520644"/>
            <a:ext cx="99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roadside</a:t>
            </a:r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A1C85D6F-91AC-094F-86E3-A26F5AA54378}"/>
              </a:ext>
            </a:extLst>
          </p:cNvPr>
          <p:cNvSpPr/>
          <p:nvPr/>
        </p:nvSpPr>
        <p:spPr>
          <a:xfrm rot="16200000" flipV="1">
            <a:off x="6571228" y="1812516"/>
            <a:ext cx="386317" cy="4571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FCEB36-B308-DE47-BBC2-78A48D9C5ABB}"/>
              </a:ext>
            </a:extLst>
          </p:cNvPr>
          <p:cNvSpPr txBox="1"/>
          <p:nvPr/>
        </p:nvSpPr>
        <p:spPr>
          <a:xfrm>
            <a:off x="2258640" y="6242958"/>
            <a:ext cx="1535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travelled way </a:t>
            </a:r>
            <a:br>
              <a:rPr lang="en-GB" dirty="0"/>
            </a:br>
            <a:r>
              <a:rPr lang="en-GB" dirty="0"/>
              <a:t>(jointly)</a:t>
            </a:r>
          </a:p>
        </p:txBody>
      </p: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AABC7874-E48A-6447-AABB-6615E4B4CC81}"/>
              </a:ext>
            </a:extLst>
          </p:cNvPr>
          <p:cNvCxnSpPr>
            <a:cxnSpLocks/>
            <a:stCxn id="51" idx="0"/>
            <a:endCxn id="104" idx="1"/>
          </p:cNvCxnSpPr>
          <p:nvPr/>
        </p:nvCxnSpPr>
        <p:spPr>
          <a:xfrm rot="16200000" flipV="1">
            <a:off x="1699271" y="4915621"/>
            <a:ext cx="511429" cy="2143245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F2679A63-A95C-B14A-B6E2-3DA685B86712}"/>
              </a:ext>
            </a:extLst>
          </p:cNvPr>
          <p:cNvCxnSpPr>
            <a:cxnSpLocks/>
            <a:stCxn id="16" idx="2"/>
            <a:endCxn id="51" idx="0"/>
          </p:cNvCxnSpPr>
          <p:nvPr/>
        </p:nvCxnSpPr>
        <p:spPr>
          <a:xfrm rot="16200000" flipH="1">
            <a:off x="2263385" y="5479735"/>
            <a:ext cx="485627" cy="1040817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ight Brace 83">
            <a:extLst>
              <a:ext uri="{FF2B5EF4-FFF2-40B4-BE49-F238E27FC236}">
                <a16:creationId xmlns:a16="http://schemas.microsoft.com/office/drawing/2014/main" id="{F684EBDF-24F7-3D4E-87EA-A626AFA74B4D}"/>
              </a:ext>
            </a:extLst>
          </p:cNvPr>
          <p:cNvSpPr/>
          <p:nvPr/>
        </p:nvSpPr>
        <p:spPr>
          <a:xfrm rot="5400000">
            <a:off x="4757466" y="3864848"/>
            <a:ext cx="386317" cy="317032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8ED7FC2-E22E-0E4C-86C5-727759128E1F}"/>
              </a:ext>
            </a:extLst>
          </p:cNvPr>
          <p:cNvSpPr txBox="1"/>
          <p:nvPr/>
        </p:nvSpPr>
        <p:spPr>
          <a:xfrm>
            <a:off x="4453808" y="5593339"/>
            <a:ext cx="988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roadway</a:t>
            </a:r>
          </a:p>
        </p:txBody>
      </p:sp>
      <p:cxnSp>
        <p:nvCxnSpPr>
          <p:cNvPr id="86" name="Curved Connector 85">
            <a:extLst>
              <a:ext uri="{FF2B5EF4-FFF2-40B4-BE49-F238E27FC236}">
                <a16:creationId xmlns:a16="http://schemas.microsoft.com/office/drawing/2014/main" id="{AE44181E-4BDE-3F48-9F21-B8D5626E7A3F}"/>
              </a:ext>
            </a:extLst>
          </p:cNvPr>
          <p:cNvCxnSpPr>
            <a:cxnSpLocks/>
            <a:stCxn id="85" idx="2"/>
            <a:endCxn id="51" idx="0"/>
          </p:cNvCxnSpPr>
          <p:nvPr/>
        </p:nvCxnSpPr>
        <p:spPr>
          <a:xfrm rot="5400000">
            <a:off x="3847168" y="5142111"/>
            <a:ext cx="280287" cy="1921407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20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 Vaughn</dc:creator>
  <cp:lastModifiedBy>Kenneth Vaughn</cp:lastModifiedBy>
  <cp:revision>1</cp:revision>
  <dcterms:created xsi:type="dcterms:W3CDTF">2024-12-31T21:33:38Z</dcterms:created>
  <dcterms:modified xsi:type="dcterms:W3CDTF">2026-01-15T15:23:40Z</dcterms:modified>
</cp:coreProperties>
</file>
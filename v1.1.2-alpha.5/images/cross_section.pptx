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0"/>
  </p:normalViewPr>
  <p:slideViewPr>
    <p:cSldViewPr snapToGrid="0">
      <p:cViewPr varScale="1">
        <p:scale>
          <a:sx n="106" d="100"/>
          <a:sy n="106" d="100"/>
        </p:scale>
        <p:origin x="1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DDBD7-DB23-BC38-E38C-2DC589C22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0FBE73-1065-37E3-A8F0-2FB37D8A0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8BFFD-85AC-7C20-97FC-AEDD2CFCF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9E272-6ED8-6148-98CE-BF76F36CFA4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45DDC-957B-BB67-CBA5-D7E056AA1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C92E9-EB6D-6A99-1EB8-03DE3B259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F728-3781-3941-81B9-B4BF997B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1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5F001-85F5-E905-4A11-2C375D2F9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78AC8-D285-78B3-E535-B8E712475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FFA1C-7759-00BC-61D7-886A6565C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9E272-6ED8-6148-98CE-BF76F36CFA4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70576-0662-F64D-EB40-E8CDF5D5B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3966C-7A7F-087F-B5D9-7B1D2C38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F728-3781-3941-81B9-B4BF997B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37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9A391-8355-56B6-33F8-41584300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A6B8E-936C-D0D5-CF10-99B05DF44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DFD17-E4BB-0279-121D-09E10541B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9E272-6ED8-6148-98CE-BF76F36CFA4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7FBB0-5E81-235E-1712-A284AF9E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C2E16-7E89-CAA8-828D-E66B85F6F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F728-3781-3941-81B9-B4BF997B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68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BF150-3FA7-32A0-873A-53788B55D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96F2D-9D61-CA83-7BA3-4DB24C66D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97242-72F7-373A-1991-7565F7A9D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8EA16-161E-069C-8085-08354219C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9E272-6ED8-6148-98CE-BF76F36CFA4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00544-98A1-40C3-08D7-F9F8305C0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16B00-F194-1D9D-C334-15C87B727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F728-3781-3941-81B9-B4BF997B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13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57144-392F-74A7-88A7-A9B5374A9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62DA2-CE84-893F-4051-61EEA4CCC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27392-FCA7-C0FF-063D-513974178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015F25-3A84-0585-CA57-CF8FD6EC8B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85DC3-EC6F-F3AC-B941-0E941F5CB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6CD036-D585-95E9-1A05-94761E8E7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9E272-6ED8-6148-98CE-BF76F36CFA4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98FC3E-EF7B-8280-1DBD-260C31055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0A9EA2-643B-3F4B-4D5B-77CED6304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F728-3781-3941-81B9-B4BF997B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025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A1B16-2866-607B-4832-5A40671B0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254020-5BA3-55B2-ED54-C24F1868A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9E272-6ED8-6148-98CE-BF76F36CFA4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6D9C10-1107-9F95-34AA-9310F9CC9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22BBEA-9AC5-5A77-BD91-6A7924ED8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F728-3781-3941-81B9-B4BF997B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13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58FBF1-FC51-5246-D7CA-C363290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9E272-6ED8-6148-98CE-BF76F36CFA4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5B28E0-AE76-A6EE-AF9A-47700765B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463EA-9893-EDC8-75BF-CE194911D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F728-3781-3941-81B9-B4BF997B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03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006E5-B699-84A3-EAF2-8B01D3F73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745A6-09AE-49A2-0470-24C086D37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0212F-9001-04CC-77AB-AA37645B7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97467-587F-D62D-E037-C24F73D7E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9E272-6ED8-6148-98CE-BF76F36CFA4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12BA-EB0F-6EB5-9BB6-1ACB01A6E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102CF-E3DF-6EEA-BEBC-618C4D0A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F728-3781-3941-81B9-B4BF997B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0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85B4C-509C-856B-6C13-B7CBFADCB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442740-D6FE-E9E4-F473-79B253DF62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A5C4E-21DF-BC73-4E12-D85F112A2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2B855-543E-BE41-9C1B-EDBC47FA4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9E272-6ED8-6148-98CE-BF76F36CFA4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2DCAA-768E-CFD5-FEC1-B5FC9F5F5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9A898-603B-7CDD-8701-48367B17A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F728-3781-3941-81B9-B4BF997B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70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32FEC-0917-FF88-4F29-2B026F544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7AFC0-37C8-1A2D-736A-2236FFC51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4402E-E802-1256-CB2B-5D94DEA1D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9E272-6ED8-6148-98CE-BF76F36CFA4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F0300-F252-B1C2-B002-96F013263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94548-8601-63CF-4426-1A2456C1D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F728-3781-3941-81B9-B4BF997B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6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C2A605-9D49-1BD6-7BF3-0A6D98110D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04D25-CDDB-DF3E-D1D2-22266E1EC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0C984-9DBA-DED5-2F85-5977294B7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9E272-6ED8-6148-98CE-BF76F36CFA4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3527A-CD3F-1B62-6ABD-3F8BD84F2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13D5A-AC87-0D12-68B6-3DE75F804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F728-3781-3941-81B9-B4BF997B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7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21F7A2-32C4-D52D-21B8-03A9FC6EF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EA4D8-2AD1-7059-EA0B-70C3B3D46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76CC9-E748-55C1-45BE-3470ED4A1A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E9E272-6ED8-6148-98CE-BF76F36CFA4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9E170-6905-AA1B-1B89-72FC293E7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54E62-77C5-1E57-FF88-ADA924A14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38F728-3781-3941-81B9-B4BF997B4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8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F9DC132-DE4D-7E42-BBE7-7915FC6F3080}"/>
              </a:ext>
            </a:extLst>
          </p:cNvPr>
          <p:cNvCxnSpPr>
            <a:cxnSpLocks/>
          </p:cNvCxnSpPr>
          <p:nvPr/>
        </p:nvCxnSpPr>
        <p:spPr>
          <a:xfrm>
            <a:off x="11254457" y="3856540"/>
            <a:ext cx="0" cy="930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B81DD1-E7EF-E142-84A2-AA7F5A730031}"/>
              </a:ext>
            </a:extLst>
          </p:cNvPr>
          <p:cNvCxnSpPr>
            <a:cxnSpLocks/>
          </p:cNvCxnSpPr>
          <p:nvPr/>
        </p:nvCxnSpPr>
        <p:spPr>
          <a:xfrm>
            <a:off x="3207737" y="3846897"/>
            <a:ext cx="0" cy="939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DE602832-425A-3346-996D-DCFE92AE3D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2293335" y="3419820"/>
            <a:ext cx="457197" cy="457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C29AE9E-795C-CE45-BBB3-BF918418E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929" y="2821293"/>
            <a:ext cx="1089216" cy="8927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4106A1C-0EF6-3541-B9F1-2D2D51B28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945" y="2799254"/>
            <a:ext cx="1018244" cy="90614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1BE2899-E828-3245-9007-98CB48B51AC4}"/>
              </a:ext>
            </a:extLst>
          </p:cNvPr>
          <p:cNvSpPr/>
          <p:nvPr/>
        </p:nvSpPr>
        <p:spPr>
          <a:xfrm>
            <a:off x="3204159" y="3683358"/>
            <a:ext cx="2743200" cy="4572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EF58BA3-038F-F74F-B872-A9DD8FA8EE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5950929" y="3404366"/>
            <a:ext cx="457197" cy="4572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0E213802-9C3D-144F-ADA4-75AE92F0D314}"/>
              </a:ext>
            </a:extLst>
          </p:cNvPr>
          <p:cNvSpPr/>
          <p:nvPr/>
        </p:nvSpPr>
        <p:spPr>
          <a:xfrm>
            <a:off x="6408123" y="3690076"/>
            <a:ext cx="1828800" cy="4572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65E3266-424F-2042-BAB3-83F38952569B}"/>
              </a:ext>
            </a:extLst>
          </p:cNvPr>
          <p:cNvCxnSpPr>
            <a:cxnSpLocks/>
          </p:cNvCxnSpPr>
          <p:nvPr/>
        </p:nvCxnSpPr>
        <p:spPr>
          <a:xfrm>
            <a:off x="9882857" y="3856540"/>
            <a:ext cx="0" cy="5786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D753A73-6C87-0A46-9545-9451E329D0AE}"/>
              </a:ext>
            </a:extLst>
          </p:cNvPr>
          <p:cNvGrpSpPr/>
          <p:nvPr/>
        </p:nvGrpSpPr>
        <p:grpSpPr>
          <a:xfrm>
            <a:off x="8236897" y="3188750"/>
            <a:ext cx="274320" cy="553396"/>
            <a:chOff x="7678290" y="3098825"/>
            <a:chExt cx="274320" cy="55339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82D6442-E184-5B4D-B03B-90B9017BDE56}"/>
                </a:ext>
              </a:extLst>
            </p:cNvPr>
            <p:cNvSpPr/>
            <p:nvPr/>
          </p:nvSpPr>
          <p:spPr>
            <a:xfrm>
              <a:off x="7678290" y="3569990"/>
              <a:ext cx="274320" cy="822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Snip Same Side Corner Rectangle 31">
              <a:extLst>
                <a:ext uri="{FF2B5EF4-FFF2-40B4-BE49-F238E27FC236}">
                  <a16:creationId xmlns:a16="http://schemas.microsoft.com/office/drawing/2014/main" id="{FB4D8B82-D6BD-074A-8619-5EBB78B680B1}"/>
                </a:ext>
              </a:extLst>
            </p:cNvPr>
            <p:cNvSpPr/>
            <p:nvPr/>
          </p:nvSpPr>
          <p:spPr>
            <a:xfrm>
              <a:off x="7724010" y="3098825"/>
              <a:ext cx="182880" cy="524435"/>
            </a:xfrm>
            <a:prstGeom prst="snip2Same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Moon 32">
              <a:extLst>
                <a:ext uri="{FF2B5EF4-FFF2-40B4-BE49-F238E27FC236}">
                  <a16:creationId xmlns:a16="http://schemas.microsoft.com/office/drawing/2014/main" id="{B4932A43-9D56-EB49-A8C5-69A723D3B154}"/>
                </a:ext>
              </a:extLst>
            </p:cNvPr>
            <p:cNvSpPr/>
            <p:nvPr/>
          </p:nvSpPr>
          <p:spPr>
            <a:xfrm rot="11682127">
              <a:off x="7703729" y="3359365"/>
              <a:ext cx="82755" cy="229628"/>
            </a:xfrm>
            <a:prstGeom prst="mo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Moon 34">
              <a:extLst>
                <a:ext uri="{FF2B5EF4-FFF2-40B4-BE49-F238E27FC236}">
                  <a16:creationId xmlns:a16="http://schemas.microsoft.com/office/drawing/2014/main" id="{37F1C892-AA32-EF4F-92C8-5957844F5687}"/>
                </a:ext>
              </a:extLst>
            </p:cNvPr>
            <p:cNvSpPr/>
            <p:nvPr/>
          </p:nvSpPr>
          <p:spPr>
            <a:xfrm rot="9917873" flipH="1">
              <a:off x="7838878" y="3358258"/>
              <a:ext cx="82755" cy="229628"/>
            </a:xfrm>
            <a:prstGeom prst="mo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2A4BBA1B-6F62-6647-A68A-998406CCD090}"/>
              </a:ext>
            </a:extLst>
          </p:cNvPr>
          <p:cNvSpPr/>
          <p:nvPr/>
        </p:nvSpPr>
        <p:spPr>
          <a:xfrm>
            <a:off x="8508025" y="3693518"/>
            <a:ext cx="3200400" cy="4572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20955AF-3999-8A44-94AD-1B5412D9639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582"/>
          <a:stretch/>
        </p:blipFill>
        <p:spPr>
          <a:xfrm>
            <a:off x="8623813" y="2837931"/>
            <a:ext cx="1028640" cy="85050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BBE582D-06CB-8C4C-B4C3-8A97E813D75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-1" b="3945"/>
          <a:stretch/>
        </p:blipFill>
        <p:spPr>
          <a:xfrm>
            <a:off x="10018810" y="2856851"/>
            <a:ext cx="1073068" cy="82650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C328D2D-26C4-C24F-AA78-5D3A10ACE5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11706810" y="3431315"/>
            <a:ext cx="457197" cy="457200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61A218E-7CCF-CF4E-9CEF-F60F7E4CED29}"/>
              </a:ext>
            </a:extLst>
          </p:cNvPr>
          <p:cNvCxnSpPr>
            <a:cxnSpLocks/>
          </p:cNvCxnSpPr>
          <p:nvPr/>
        </p:nvCxnSpPr>
        <p:spPr>
          <a:xfrm>
            <a:off x="2750537" y="3846897"/>
            <a:ext cx="0" cy="939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C1D080B-036D-C646-A453-1B6799C2D830}"/>
              </a:ext>
            </a:extLst>
          </p:cNvPr>
          <p:cNvCxnSpPr>
            <a:cxnSpLocks/>
          </p:cNvCxnSpPr>
          <p:nvPr/>
        </p:nvCxnSpPr>
        <p:spPr>
          <a:xfrm>
            <a:off x="4579337" y="3846897"/>
            <a:ext cx="0" cy="939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ECBE708-0A3A-3745-AF6F-6D887F96932E}"/>
              </a:ext>
            </a:extLst>
          </p:cNvPr>
          <p:cNvCxnSpPr>
            <a:cxnSpLocks/>
          </p:cNvCxnSpPr>
          <p:nvPr/>
        </p:nvCxnSpPr>
        <p:spPr>
          <a:xfrm>
            <a:off x="5950937" y="3856540"/>
            <a:ext cx="0" cy="930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E42EF2E-6953-884B-9171-2EC31A46D964}"/>
              </a:ext>
            </a:extLst>
          </p:cNvPr>
          <p:cNvCxnSpPr>
            <a:cxnSpLocks/>
          </p:cNvCxnSpPr>
          <p:nvPr/>
        </p:nvCxnSpPr>
        <p:spPr>
          <a:xfrm>
            <a:off x="6408137" y="3856540"/>
            <a:ext cx="0" cy="930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115CFD0-327B-0C45-9447-F0969ACB43B3}"/>
              </a:ext>
            </a:extLst>
          </p:cNvPr>
          <p:cNvCxnSpPr>
            <a:cxnSpLocks/>
          </p:cNvCxnSpPr>
          <p:nvPr/>
        </p:nvCxnSpPr>
        <p:spPr>
          <a:xfrm>
            <a:off x="8236937" y="3856540"/>
            <a:ext cx="0" cy="930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F670A6A-1BE9-A445-ABA0-A55BA9C6E933}"/>
              </a:ext>
            </a:extLst>
          </p:cNvPr>
          <p:cNvCxnSpPr>
            <a:cxnSpLocks/>
          </p:cNvCxnSpPr>
          <p:nvPr/>
        </p:nvCxnSpPr>
        <p:spPr>
          <a:xfrm>
            <a:off x="8511257" y="3856540"/>
            <a:ext cx="0" cy="930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2EEFF89-BDE5-FF41-AFC5-4749E853E6FA}"/>
              </a:ext>
            </a:extLst>
          </p:cNvPr>
          <p:cNvCxnSpPr>
            <a:cxnSpLocks/>
          </p:cNvCxnSpPr>
          <p:nvPr/>
        </p:nvCxnSpPr>
        <p:spPr>
          <a:xfrm>
            <a:off x="11711657" y="3856540"/>
            <a:ext cx="0" cy="930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D5CD204-21C8-1445-9F44-E4E4CADCC8E4}"/>
              </a:ext>
            </a:extLst>
          </p:cNvPr>
          <p:cNvCxnSpPr>
            <a:cxnSpLocks/>
          </p:cNvCxnSpPr>
          <p:nvPr/>
        </p:nvCxnSpPr>
        <p:spPr>
          <a:xfrm>
            <a:off x="12168857" y="3856540"/>
            <a:ext cx="0" cy="930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56">
            <a:extLst>
              <a:ext uri="{FF2B5EF4-FFF2-40B4-BE49-F238E27FC236}">
                <a16:creationId xmlns:a16="http://schemas.microsoft.com/office/drawing/2014/main" id="{6E415157-6085-F345-A93A-3C9E8500F3C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7391"/>
          <a:stretch/>
        </p:blipFill>
        <p:spPr>
          <a:xfrm>
            <a:off x="6372675" y="2152973"/>
            <a:ext cx="1860703" cy="1537103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3654464C-D026-7640-8B72-7EE613576039}"/>
              </a:ext>
            </a:extLst>
          </p:cNvPr>
          <p:cNvSpPr txBox="1"/>
          <p:nvPr/>
        </p:nvSpPr>
        <p:spPr>
          <a:xfrm>
            <a:off x="3499195" y="3867477"/>
            <a:ext cx="788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traffic </a:t>
            </a:r>
          </a:p>
          <a:p>
            <a:pPr algn="ctr"/>
            <a:r>
              <a:rPr lang="en-GB" dirty="0"/>
              <a:t>lane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76428C-F8D4-3543-BE87-D8EDDCE207E0}"/>
              </a:ext>
            </a:extLst>
          </p:cNvPr>
          <p:cNvSpPr txBox="1"/>
          <p:nvPr/>
        </p:nvSpPr>
        <p:spPr>
          <a:xfrm>
            <a:off x="4870794" y="3867476"/>
            <a:ext cx="788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traffic </a:t>
            </a:r>
          </a:p>
          <a:p>
            <a:pPr algn="ctr"/>
            <a:r>
              <a:rPr lang="en-GB" dirty="0"/>
              <a:t>lane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84E61B-8EA6-B94F-A4CB-812D5D63A6BF}"/>
              </a:ext>
            </a:extLst>
          </p:cNvPr>
          <p:cNvSpPr txBox="1"/>
          <p:nvPr/>
        </p:nvSpPr>
        <p:spPr>
          <a:xfrm>
            <a:off x="10174318" y="3863312"/>
            <a:ext cx="788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traffic </a:t>
            </a:r>
          </a:p>
          <a:p>
            <a:pPr algn="ctr"/>
            <a:r>
              <a:rPr lang="en-GB" dirty="0"/>
              <a:t>lane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1D3A991-FCBE-7748-A7FF-4826AC38EDF4}"/>
              </a:ext>
            </a:extLst>
          </p:cNvPr>
          <p:cNvSpPr txBox="1"/>
          <p:nvPr/>
        </p:nvSpPr>
        <p:spPr>
          <a:xfrm>
            <a:off x="8802719" y="3863312"/>
            <a:ext cx="788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traffic </a:t>
            </a:r>
          </a:p>
          <a:p>
            <a:pPr algn="ctr"/>
            <a:r>
              <a:rPr lang="en-GB" dirty="0"/>
              <a:t>lane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23C6F6-4033-0B42-8D68-0BCBDA7C0B59}"/>
              </a:ext>
            </a:extLst>
          </p:cNvPr>
          <p:cNvSpPr txBox="1"/>
          <p:nvPr/>
        </p:nvSpPr>
        <p:spPr>
          <a:xfrm>
            <a:off x="6361825" y="3863312"/>
            <a:ext cx="19220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reserved </a:t>
            </a:r>
          </a:p>
          <a:p>
            <a:pPr algn="ctr"/>
            <a:r>
              <a:rPr lang="en-GB" dirty="0"/>
              <a:t>lane</a:t>
            </a:r>
          </a:p>
          <a:p>
            <a:pPr algn="ctr"/>
            <a:r>
              <a:rPr lang="en-GB" dirty="0"/>
              <a:t>(also a traffic lane)</a:t>
            </a:r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3AB0F407-6621-F840-8A9A-113C1205501C}"/>
              </a:ext>
            </a:extLst>
          </p:cNvPr>
          <p:cNvSpPr/>
          <p:nvPr/>
        </p:nvSpPr>
        <p:spPr>
          <a:xfrm rot="5400000">
            <a:off x="4385097" y="3625133"/>
            <a:ext cx="386317" cy="274319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ight Brace 65">
            <a:extLst>
              <a:ext uri="{FF2B5EF4-FFF2-40B4-BE49-F238E27FC236}">
                <a16:creationId xmlns:a16="http://schemas.microsoft.com/office/drawing/2014/main" id="{C9409717-4C6C-1B4A-BFC3-5724CD6D4CC1}"/>
              </a:ext>
            </a:extLst>
          </p:cNvPr>
          <p:cNvSpPr/>
          <p:nvPr/>
        </p:nvSpPr>
        <p:spPr>
          <a:xfrm rot="5400000">
            <a:off x="9918100" y="3677010"/>
            <a:ext cx="386317" cy="31943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6ED5B64-D69E-B049-ACFF-B246A3D96673}"/>
              </a:ext>
            </a:extLst>
          </p:cNvPr>
          <p:cNvSpPr txBox="1"/>
          <p:nvPr/>
        </p:nvSpPr>
        <p:spPr>
          <a:xfrm>
            <a:off x="7376810" y="6167806"/>
            <a:ext cx="1041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roadway </a:t>
            </a:r>
            <a:br>
              <a:rPr lang="en-GB" dirty="0"/>
            </a:br>
            <a:r>
              <a:rPr lang="en-GB" dirty="0"/>
              <a:t>(jointly)</a:t>
            </a:r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9C672FEF-7C67-EA48-A1B8-F22E35E11307}"/>
              </a:ext>
            </a:extLst>
          </p:cNvPr>
          <p:cNvSpPr/>
          <p:nvPr/>
        </p:nvSpPr>
        <p:spPr>
          <a:xfrm rot="5400000">
            <a:off x="7129960" y="4082334"/>
            <a:ext cx="386317" cy="182879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6F5A045-E586-C44F-9667-E3725BFA64FE}"/>
              </a:ext>
            </a:extLst>
          </p:cNvPr>
          <p:cNvSpPr txBox="1"/>
          <p:nvPr/>
        </p:nvSpPr>
        <p:spPr>
          <a:xfrm rot="16200000">
            <a:off x="2265622" y="4353507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soft shoulder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C322E26-2BFA-B54B-89DB-86DE2CF45BB0}"/>
              </a:ext>
            </a:extLst>
          </p:cNvPr>
          <p:cNvSpPr txBox="1"/>
          <p:nvPr/>
        </p:nvSpPr>
        <p:spPr>
          <a:xfrm rot="16200000">
            <a:off x="10733442" y="4353508"/>
            <a:ext cx="1494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hard shoulder</a:t>
            </a:r>
          </a:p>
        </p:txBody>
      </p:sp>
      <p:sp>
        <p:nvSpPr>
          <p:cNvPr id="72" name="Right Brace 71">
            <a:extLst>
              <a:ext uri="{FF2B5EF4-FFF2-40B4-BE49-F238E27FC236}">
                <a16:creationId xmlns:a16="http://schemas.microsoft.com/office/drawing/2014/main" id="{3CC7C696-2343-0C4C-BBF5-FE1A47929A0D}"/>
              </a:ext>
            </a:extLst>
          </p:cNvPr>
          <p:cNvSpPr/>
          <p:nvPr/>
        </p:nvSpPr>
        <p:spPr>
          <a:xfrm rot="16200000">
            <a:off x="5958947" y="-5500973"/>
            <a:ext cx="386317" cy="12023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B921F50-668A-9040-89D4-FC3B78F7AD1F}"/>
              </a:ext>
            </a:extLst>
          </p:cNvPr>
          <p:cNvSpPr txBox="1"/>
          <p:nvPr/>
        </p:nvSpPr>
        <p:spPr>
          <a:xfrm>
            <a:off x="5236094" y="12728"/>
            <a:ext cx="17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road reservation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CB57466-C992-084A-8E7F-D621EBB08012}"/>
              </a:ext>
            </a:extLst>
          </p:cNvPr>
          <p:cNvSpPr txBox="1"/>
          <p:nvPr/>
        </p:nvSpPr>
        <p:spPr>
          <a:xfrm>
            <a:off x="7251997" y="571812"/>
            <a:ext cx="2199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driving space (jointly)</a:t>
            </a:r>
          </a:p>
        </p:txBody>
      </p:sp>
      <p:cxnSp>
        <p:nvCxnSpPr>
          <p:cNvPr id="76" name="Curved Connector 75">
            <a:extLst>
              <a:ext uri="{FF2B5EF4-FFF2-40B4-BE49-F238E27FC236}">
                <a16:creationId xmlns:a16="http://schemas.microsoft.com/office/drawing/2014/main" id="{D1B27E3B-51C0-5949-8149-85E70EBE2118}"/>
              </a:ext>
            </a:extLst>
          </p:cNvPr>
          <p:cNvCxnSpPr>
            <a:cxnSpLocks/>
            <a:stCxn id="151" idx="0"/>
            <a:endCxn id="74" idx="2"/>
          </p:cNvCxnSpPr>
          <p:nvPr/>
        </p:nvCxnSpPr>
        <p:spPr>
          <a:xfrm rot="5400000" flipH="1" flipV="1">
            <a:off x="5913837" y="-395520"/>
            <a:ext cx="1101412" cy="3774741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urved Connector 77">
            <a:extLst>
              <a:ext uri="{FF2B5EF4-FFF2-40B4-BE49-F238E27FC236}">
                <a16:creationId xmlns:a16="http://schemas.microsoft.com/office/drawing/2014/main" id="{E89AB52D-6E99-5E4D-B1DB-74041D944041}"/>
              </a:ext>
            </a:extLst>
          </p:cNvPr>
          <p:cNvCxnSpPr>
            <a:cxnSpLocks/>
            <a:stCxn id="152" idx="0"/>
            <a:endCxn id="74" idx="2"/>
          </p:cNvCxnSpPr>
          <p:nvPr/>
        </p:nvCxnSpPr>
        <p:spPr>
          <a:xfrm rot="16200000" flipV="1">
            <a:off x="8678869" y="614189"/>
            <a:ext cx="1107004" cy="1760914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urved Connector 79">
            <a:extLst>
              <a:ext uri="{FF2B5EF4-FFF2-40B4-BE49-F238E27FC236}">
                <a16:creationId xmlns:a16="http://schemas.microsoft.com/office/drawing/2014/main" id="{71623BCC-84F8-1A44-9ED7-F2F16D8698E6}"/>
              </a:ext>
            </a:extLst>
          </p:cNvPr>
          <p:cNvCxnSpPr>
            <a:cxnSpLocks/>
            <a:stCxn id="153" idx="0"/>
            <a:endCxn id="74" idx="2"/>
          </p:cNvCxnSpPr>
          <p:nvPr/>
        </p:nvCxnSpPr>
        <p:spPr>
          <a:xfrm rot="5400000" flipH="1" flipV="1">
            <a:off x="7281320" y="977554"/>
            <a:ext cx="1107004" cy="1034184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9F542743-37F4-AC4B-87DD-10A4C1FC63C1}"/>
              </a:ext>
            </a:extLst>
          </p:cNvPr>
          <p:cNvSpPr txBox="1"/>
          <p:nvPr/>
        </p:nvSpPr>
        <p:spPr>
          <a:xfrm>
            <a:off x="3924629" y="5100700"/>
            <a:ext cx="1309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carriageway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4D304B3-2879-8244-90AB-CE3497CA72FE}"/>
              </a:ext>
            </a:extLst>
          </p:cNvPr>
          <p:cNvSpPr txBox="1"/>
          <p:nvPr/>
        </p:nvSpPr>
        <p:spPr>
          <a:xfrm rot="16200000">
            <a:off x="5204975" y="4520077"/>
            <a:ext cx="1949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central reservation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3D8BEB9-F7A0-8241-986B-207F8695EDA0}"/>
              </a:ext>
            </a:extLst>
          </p:cNvPr>
          <p:cNvSpPr txBox="1"/>
          <p:nvPr/>
        </p:nvSpPr>
        <p:spPr>
          <a:xfrm rot="16200000">
            <a:off x="7629822" y="4316875"/>
            <a:ext cx="14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Jersey barrier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8CA77DD-577B-2E43-9F50-802D5032ACA6}"/>
              </a:ext>
            </a:extLst>
          </p:cNvPr>
          <p:cNvSpPr txBox="1"/>
          <p:nvPr/>
        </p:nvSpPr>
        <p:spPr>
          <a:xfrm rot="16200000">
            <a:off x="11437772" y="4353506"/>
            <a:ext cx="995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roadside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B079028-F39A-E54B-87EC-D4A0E83DAF21}"/>
              </a:ext>
            </a:extLst>
          </p:cNvPr>
          <p:cNvSpPr txBox="1"/>
          <p:nvPr/>
        </p:nvSpPr>
        <p:spPr>
          <a:xfrm>
            <a:off x="1180288" y="1588190"/>
            <a:ext cx="995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roadside</a:t>
            </a:r>
          </a:p>
        </p:txBody>
      </p:sp>
      <p:sp>
        <p:nvSpPr>
          <p:cNvPr id="103" name="Right Brace 102">
            <a:extLst>
              <a:ext uri="{FF2B5EF4-FFF2-40B4-BE49-F238E27FC236}">
                <a16:creationId xmlns:a16="http://schemas.microsoft.com/office/drawing/2014/main" id="{38B01808-83B0-E34C-A421-54FD16E35D5C}"/>
              </a:ext>
            </a:extLst>
          </p:cNvPr>
          <p:cNvSpPr/>
          <p:nvPr/>
        </p:nvSpPr>
        <p:spPr>
          <a:xfrm rot="5400000">
            <a:off x="2131050" y="4588854"/>
            <a:ext cx="386317" cy="173276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DE79363-5C12-E44B-A842-0B24A0AC7519}"/>
              </a:ext>
            </a:extLst>
          </p:cNvPr>
          <p:cNvSpPr/>
          <p:nvPr/>
        </p:nvSpPr>
        <p:spPr>
          <a:xfrm>
            <a:off x="2738503" y="3674107"/>
            <a:ext cx="457200" cy="54971"/>
          </a:xfrm>
          <a:prstGeom prst="rect">
            <a:avLst/>
          </a:prstGeom>
          <a:pattFill prst="lgConfetti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F35639DF-6A0D-8040-9E1A-173F4587FF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1444404" y="3416341"/>
            <a:ext cx="457197" cy="45720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54ECBE28-3A81-C342-A579-AA3077EADF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1867813" y="3417003"/>
            <a:ext cx="457197" cy="457200"/>
          </a:xfrm>
          <a:prstGeom prst="rect">
            <a:avLst/>
          </a:prstGeom>
        </p:spPr>
      </p:pic>
      <p:sp>
        <p:nvSpPr>
          <p:cNvPr id="92" name="Right Brace 91">
            <a:extLst>
              <a:ext uri="{FF2B5EF4-FFF2-40B4-BE49-F238E27FC236}">
                <a16:creationId xmlns:a16="http://schemas.microsoft.com/office/drawing/2014/main" id="{13C822BD-BE56-C448-B466-BCD917D242C4}"/>
              </a:ext>
            </a:extLst>
          </p:cNvPr>
          <p:cNvSpPr/>
          <p:nvPr/>
        </p:nvSpPr>
        <p:spPr>
          <a:xfrm rot="16200000">
            <a:off x="1481508" y="516739"/>
            <a:ext cx="386317" cy="306891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A732718-EEA7-624B-8837-CA9234EFC5D6}"/>
              </a:ext>
            </a:extLst>
          </p:cNvPr>
          <p:cNvSpPr txBox="1"/>
          <p:nvPr/>
        </p:nvSpPr>
        <p:spPr>
          <a:xfrm>
            <a:off x="1970790" y="5579883"/>
            <a:ext cx="70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verge</a:t>
            </a:r>
          </a:p>
        </p:txBody>
      </p:sp>
      <p:sp>
        <p:nvSpPr>
          <p:cNvPr id="94" name="Line Callout 1 (Accent Bar) 93">
            <a:extLst>
              <a:ext uri="{FF2B5EF4-FFF2-40B4-BE49-F238E27FC236}">
                <a16:creationId xmlns:a16="http://schemas.microsoft.com/office/drawing/2014/main" id="{A8A783FF-1A6E-C747-8DC2-ECC475C354D6}"/>
              </a:ext>
            </a:extLst>
          </p:cNvPr>
          <p:cNvSpPr/>
          <p:nvPr/>
        </p:nvSpPr>
        <p:spPr>
          <a:xfrm>
            <a:off x="11638619" y="3341801"/>
            <a:ext cx="714375" cy="183805"/>
          </a:xfrm>
          <a:prstGeom prst="accentCallout1">
            <a:avLst>
              <a:gd name="adj1" fmla="val 60745"/>
              <a:gd name="adj2" fmla="val -2514"/>
              <a:gd name="adj3" fmla="val 188818"/>
              <a:gd name="adj4" fmla="val -27470"/>
            </a:avLst>
          </a:prstGeom>
          <a:noFill/>
          <a:ln>
            <a:tailEnd type="stealth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en-GB" sz="1200" dirty="0">
                <a:solidFill>
                  <a:schemeClr val="tx1"/>
                </a:solidFill>
              </a:rPr>
              <a:t>paved</a:t>
            </a:r>
          </a:p>
        </p:txBody>
      </p:sp>
      <p:sp>
        <p:nvSpPr>
          <p:cNvPr id="95" name="Line Callout 1 (Accent Bar) 94">
            <a:extLst>
              <a:ext uri="{FF2B5EF4-FFF2-40B4-BE49-F238E27FC236}">
                <a16:creationId xmlns:a16="http://schemas.microsoft.com/office/drawing/2014/main" id="{27ECC754-265A-F346-AC98-C1E030584FF6}"/>
              </a:ext>
            </a:extLst>
          </p:cNvPr>
          <p:cNvSpPr/>
          <p:nvPr/>
        </p:nvSpPr>
        <p:spPr>
          <a:xfrm>
            <a:off x="2366566" y="3379192"/>
            <a:ext cx="629547" cy="183805"/>
          </a:xfrm>
          <a:prstGeom prst="accentCallout1">
            <a:avLst>
              <a:gd name="adj1" fmla="val 33490"/>
              <a:gd name="adj2" fmla="val 91727"/>
              <a:gd name="adj3" fmla="val 165703"/>
              <a:gd name="adj4" fmla="val 116410"/>
            </a:avLst>
          </a:prstGeom>
          <a:noFill/>
          <a:ln>
            <a:tailEnd type="stealth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en-GB" sz="1200" dirty="0">
                <a:solidFill>
                  <a:schemeClr val="tx1"/>
                </a:solidFill>
              </a:rPr>
              <a:t>unpaved</a:t>
            </a:r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3C2D6FEC-694C-CD46-BA61-02FF360BCC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 rot="18870957">
            <a:off x="1051560" y="3566160"/>
            <a:ext cx="457197" cy="45720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E19200CD-21A5-E343-AE73-03EBB3C687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747573" y="3695019"/>
            <a:ext cx="457197" cy="45720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108E7346-0B9C-ED49-AB22-788436173C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 rot="2729043" flipH="1">
            <a:off x="413880" y="3561577"/>
            <a:ext cx="457197" cy="4572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A8058686-8465-6446-A634-30B0E32FC0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 rot="2729043" flipH="1">
            <a:off x="106169" y="3241068"/>
            <a:ext cx="457197" cy="457200"/>
          </a:xfrm>
          <a:prstGeom prst="rect">
            <a:avLst/>
          </a:prstGeom>
        </p:spPr>
      </p:pic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DE2C9EB-B824-6A4F-A062-6F1F7B4E551B}"/>
              </a:ext>
            </a:extLst>
          </p:cNvPr>
          <p:cNvCxnSpPr>
            <a:cxnSpLocks/>
          </p:cNvCxnSpPr>
          <p:nvPr/>
        </p:nvCxnSpPr>
        <p:spPr>
          <a:xfrm>
            <a:off x="1451010" y="3846897"/>
            <a:ext cx="0" cy="9366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urved Connector 111">
            <a:extLst>
              <a:ext uri="{FF2B5EF4-FFF2-40B4-BE49-F238E27FC236}">
                <a16:creationId xmlns:a16="http://schemas.microsoft.com/office/drawing/2014/main" id="{A3E26F02-1548-0449-BFAF-D64230EFC270}"/>
              </a:ext>
            </a:extLst>
          </p:cNvPr>
          <p:cNvCxnSpPr>
            <a:cxnSpLocks/>
            <a:stCxn id="67" idx="0"/>
            <a:endCxn id="82" idx="2"/>
          </p:cNvCxnSpPr>
          <p:nvPr/>
        </p:nvCxnSpPr>
        <p:spPr>
          <a:xfrm rot="16200000" flipV="1">
            <a:off x="5889494" y="4159834"/>
            <a:ext cx="697774" cy="3318170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urved Connector 112">
            <a:extLst>
              <a:ext uri="{FF2B5EF4-FFF2-40B4-BE49-F238E27FC236}">
                <a16:creationId xmlns:a16="http://schemas.microsoft.com/office/drawing/2014/main" id="{FE1250A2-A190-5C4C-9C0E-BA024B377D72}"/>
              </a:ext>
            </a:extLst>
          </p:cNvPr>
          <p:cNvCxnSpPr>
            <a:cxnSpLocks/>
            <a:stCxn id="206" idx="2"/>
            <a:endCxn id="67" idx="0"/>
          </p:cNvCxnSpPr>
          <p:nvPr/>
        </p:nvCxnSpPr>
        <p:spPr>
          <a:xfrm rot="5400000">
            <a:off x="8685060" y="4963152"/>
            <a:ext cx="417061" cy="1992247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urved Connector 113">
            <a:extLst>
              <a:ext uri="{FF2B5EF4-FFF2-40B4-BE49-F238E27FC236}">
                <a16:creationId xmlns:a16="http://schemas.microsoft.com/office/drawing/2014/main" id="{83BCDE75-C617-7B40-89D8-2C8BC40F0A8B}"/>
              </a:ext>
            </a:extLst>
          </p:cNvPr>
          <p:cNvCxnSpPr>
            <a:cxnSpLocks/>
            <a:stCxn id="207" idx="2"/>
            <a:endCxn id="67" idx="0"/>
          </p:cNvCxnSpPr>
          <p:nvPr/>
        </p:nvCxnSpPr>
        <p:spPr>
          <a:xfrm rot="16200000" flipH="1">
            <a:off x="7262742" y="5533082"/>
            <a:ext cx="697774" cy="571673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D584720-95C4-3B46-B4B5-BDDFD7C36FA1}"/>
              </a:ext>
            </a:extLst>
          </p:cNvPr>
          <p:cNvSpPr/>
          <p:nvPr/>
        </p:nvSpPr>
        <p:spPr>
          <a:xfrm>
            <a:off x="3234524" y="2042556"/>
            <a:ext cx="2685298" cy="1640025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2692FBC-2EDD-F24A-8A63-7D26092C476D}"/>
              </a:ext>
            </a:extLst>
          </p:cNvPr>
          <p:cNvSpPr/>
          <p:nvPr/>
        </p:nvSpPr>
        <p:spPr>
          <a:xfrm>
            <a:off x="8523696" y="2048148"/>
            <a:ext cx="3178263" cy="1640025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E47F7FA7-ADD4-9347-A77E-F921301192A0}"/>
              </a:ext>
            </a:extLst>
          </p:cNvPr>
          <p:cNvSpPr/>
          <p:nvPr/>
        </p:nvSpPr>
        <p:spPr>
          <a:xfrm>
            <a:off x="6405759" y="2048148"/>
            <a:ext cx="1823941" cy="1640025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6EA2EB0-7BFC-1549-8C32-660CEA643711}"/>
              </a:ext>
            </a:extLst>
          </p:cNvPr>
          <p:cNvSpPr txBox="1"/>
          <p:nvPr/>
        </p:nvSpPr>
        <p:spPr>
          <a:xfrm>
            <a:off x="9235046" y="5381413"/>
            <a:ext cx="1309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carriageway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192267DD-3DD0-7441-9F3D-2479EA3C6961}"/>
              </a:ext>
            </a:extLst>
          </p:cNvPr>
          <p:cNvSpPr txBox="1"/>
          <p:nvPr/>
        </p:nvSpPr>
        <p:spPr>
          <a:xfrm>
            <a:off x="6671126" y="5100700"/>
            <a:ext cx="1309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carriageway</a:t>
            </a:r>
          </a:p>
        </p:txBody>
      </p: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380A4087-194E-1249-96CF-81331FA6452B}"/>
              </a:ext>
            </a:extLst>
          </p:cNvPr>
          <p:cNvCxnSpPr/>
          <p:nvPr/>
        </p:nvCxnSpPr>
        <p:spPr>
          <a:xfrm>
            <a:off x="8508025" y="4685323"/>
            <a:ext cx="274643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27D87989-E7EE-E34D-A368-EBC1AEAD3D4C}"/>
              </a:ext>
            </a:extLst>
          </p:cNvPr>
          <p:cNvSpPr txBox="1"/>
          <p:nvPr/>
        </p:nvSpPr>
        <p:spPr>
          <a:xfrm>
            <a:off x="9259603" y="4389064"/>
            <a:ext cx="141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usable width</a:t>
            </a:r>
          </a:p>
        </p:txBody>
      </p:sp>
    </p:spTree>
    <p:extLst>
      <p:ext uri="{BB962C8B-B14F-4D97-AF65-F5344CB8AC3E}">
        <p14:creationId xmlns:p14="http://schemas.microsoft.com/office/powerpoint/2010/main" val="3106302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</Words>
  <Application>Microsoft Macintosh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 Vaughn</dc:creator>
  <cp:lastModifiedBy>Kenneth Vaughn</cp:lastModifiedBy>
  <cp:revision>1</cp:revision>
  <dcterms:created xsi:type="dcterms:W3CDTF">2024-12-31T21:16:17Z</dcterms:created>
  <dcterms:modified xsi:type="dcterms:W3CDTF">2026-01-15T15:21:46Z</dcterms:modified>
</cp:coreProperties>
</file>